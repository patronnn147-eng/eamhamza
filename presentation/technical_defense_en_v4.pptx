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C:/Users/Admin/Downloads/EAM/EAMSagemCom/rapport/figures/espr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960120" cy="960120"/>
          </a:xfrm>
          <a:prstGeom prst="rect">
            <a:avLst/>
          </a:prstGeom>
        </p:spPr>
      </p:pic>
      <p:pic>
        <p:nvPicPr>
          <p:cNvPr id="6" name="Image 1" descr="C:/Users/Admin/Downloads/EAM/EAMSagemCom/rapport/figures/sagemco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561320" y="502920"/>
            <a:ext cx="105156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DEFENSE — FIRST PRESENTATION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25603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EAM Platform for Intelligent Predictive Maintenance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548640" y="39776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development of an Enterprise Asset Management (EAM) system augmented with seven Machine Learning models, an evidence-fusion engine, and a conversational RAG assistant.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5074920"/>
            <a:ext cx="31089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5257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Mbarki</a:t>
            </a:r>
            <a:pPr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End-of-Studies Internship — ESPRIT × SagemCom  ·  2025–2026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7830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host company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227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9992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443984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215384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of existing solutions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431536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56601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660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543153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0" y="178308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20116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17830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&amp; requirements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0" y="2999232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227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03720" y="29992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methodology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43600" y="4215384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4443984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4215384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design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43600" y="5431536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72200" y="56601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5660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03720" y="543153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progress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COMPANY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SagemCom — Communication Equipment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pic>
        <p:nvPicPr>
          <p:cNvPr id="6" name="Image 0" descr="C:/Users/Admin/Downloads/EAM/EAMSagemCom/rapport/figures/sagemc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011680"/>
            <a:ext cx="210312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108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group specializing in the design and manufacturing of high-value communication equipment: set-top boxes, internet boxes, and smart meters.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41605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4114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lines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assembly, functional testing, and automated quality control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47274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17320" y="46817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department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&amp; Innovation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52943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294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17320" y="524865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Department's mission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digital tools for equipment maintenance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452360" y="1737360"/>
            <a:ext cx="4160520" cy="4480560"/>
          </a:xfrm>
          <a:prstGeom prst="roundRect">
            <a:avLst>
              <a:gd name="adj" fmla="val 1978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81812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internship at a glance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818120" y="2606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9098280" y="27157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internship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818120" y="350215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909828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(P1–P7)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818120" y="439826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9098280" y="45079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services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818120" y="5294376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6" name="Text 23"/>
          <p:cNvSpPr/>
          <p:nvPr/>
        </p:nvSpPr>
        <p:spPr>
          <a:xfrm>
            <a:off x="9098280" y="54041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scheduled to predictive maintenance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only after the failure: line stoppage, emergency parts ordering, maximum total cost.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57400"/>
            <a:ext cx="502920" cy="50292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Preventive (calendar)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at fixed intervals, regardless of actual condition: parts replaced too early, or failures between two scheduled visits.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(project's target)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reading of machine signals (temperature, torque, wear) to anticipate failure before it happens.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109960" cy="1417320"/>
          </a:xfrm>
          <a:prstGeom prst="roundRect">
            <a:avLst>
              <a:gd name="adj" fmla="val 5806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8920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—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cases, a machine's degradation is visible in its sensor data well before the actual stoppage. This is the premise the whole ML pipeline is built 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cover, in a single platform,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operational management AND predictive maintenance?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8254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operational management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31912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machines, work orders, intervention orders, scheduling — the EAM foundation.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3891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41970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ML-based predictive maintenance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45628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probability, failure type, remaining useful life, anomalies, prioritization, scheduling, parts coordination.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7607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760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55686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field support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59344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Contextualized alerts, explainability ("why this alert?"), a conversational assistant combining documentation and real-time status.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identified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109960" cy="502920"/>
          </a:xfrm>
          <a:prstGeom prst="roundRect">
            <a:avLst>
              <a:gd name="adj" fmla="val 16364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1737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40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PM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2240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EAM module of a general-purpose ERP, very complete on work order and asset management.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46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Maximo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3246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EAM suite with a predictive add-on module (Maximo APM), strong document management.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51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 Digital APM / Predix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42519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platform focused on IoT sensors and large-scale reliability analytics.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257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CMMS / Excel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52578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tools or spreadsheets, used when budget doesn't allow a full EAM suite.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 of existing solutions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strengths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48716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43230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EAM functional coverage (WOs, assets, scheduling)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29900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98448" y="29352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ecosystems, large communities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4930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343814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modules available as add-ons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041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in this context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446227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44074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as a costly add-on, poorly explained to technicians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496519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965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49103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conversational assistant tied to real-time machine status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546811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468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98448" y="541324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licensing and integration cost for a single site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178308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2057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Justification of the proposed solution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288036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27889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tailored to SagemCom's fleet, no heavy licensing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92240" y="365760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3566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explained in plain language, no ML jargon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92240" y="443484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434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9440" y="43434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assistant + real-time machine context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92240" y="521208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5212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51206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always "guarded": nothing fires without human approval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EAM Platform Augmented by ML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EAM foundation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machines, work orders and intervention orders, scheduling, archiving.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predictive models (P1–P7)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515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Failure, failure type, remaining useful life, anomaly, priority, scheduling, parts.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8563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48563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8563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fusion (DST)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8563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4 advanced signals (Wave 2) into one honest, unified health score.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explainability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shipped with a plain-language explanation.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515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4515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RAG assistant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4515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+ real-time machine status merged into every answer.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8563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2" name="Text 30"/>
          <p:cNvSpPr/>
          <p:nvPr/>
        </p:nvSpPr>
        <p:spPr>
          <a:xfrm>
            <a:off x="848563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8563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Guarded automation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8563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purchase proposals generated, never ordered without human approval.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Platform Roles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057400"/>
            <a:ext cx="1005840" cy="10058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machines, and the document base; overall view of the system.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1568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24528" y="20574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38728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Manager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84448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and overview of machine labels and statuses.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4496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77456" y="2057400"/>
            <a:ext cx="1005840" cy="10058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7077456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91656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Technician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37376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interventions, arbitrates priorities, approves procurement proposals.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07424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30384" y="2057400"/>
            <a:ext cx="1005840" cy="10058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20"/>
          <p:cNvSpPr/>
          <p:nvPr/>
        </p:nvSpPr>
        <p:spPr>
          <a:xfrm>
            <a:off x="9930384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44584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Technician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290304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intervention orders, checks health status, queries the AI assistant.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5" name="Image 0" descr="C:/Users/Admin/AppData/Local/Temp/claude/C--Users-Admin-Downloads-EAM-EAMSagemCom/e161d5b3-3f5a-4902-93ec-a6ee0b387a74/scratchpad/pptx/usecase_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03120" y="1600200"/>
            <a:ext cx="7955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10 Areas Covered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98064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0944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2980944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80944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47488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0368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230368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30368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management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96912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79792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7479792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79792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546336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29216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9729216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29216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predictions (P1–P7)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98064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80944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2980944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80944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notifications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47488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30368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5" name="Text 33"/>
          <p:cNvSpPr/>
          <p:nvPr/>
        </p:nvSpPr>
        <p:spPr>
          <a:xfrm>
            <a:off x="5230368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30368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296912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79792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9" name="Text 37"/>
          <p:cNvSpPr/>
          <p:nvPr/>
        </p:nvSpPr>
        <p:spPr>
          <a:xfrm>
            <a:off x="7479792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79792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546336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29216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43" name="Text 41"/>
          <p:cNvSpPr/>
          <p:nvPr/>
        </p:nvSpPr>
        <p:spPr>
          <a:xfrm>
            <a:off x="9729216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729216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Archiving &amp; traceability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48640" y="61447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cross-cutting requirements: every prediction ships with a plain-language explanation; the system degrades honestly (reports missing telemetry rather than inventing a value).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 for common operations; &lt; 5 s for full ML inference.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EAM features stay fully operational even if the ML service is unavailable.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5820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separation of presentation / business logic / data access; versioned migrations (Alembic).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 via Docker Compose, configuration centralized in a single .env file.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1772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adapted to the user's role and device (desktop workstation or field tablet).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820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&amp; confidentiality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5820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scoped by role; intervention history cannot be modified retroactively.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Iterative Approach Inspired by Scrum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SagemCom supervisor — prioritizes business needs and validates every deliverable.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— drives the specify → plan → build → verify cycle.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20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team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5820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Intern, paired with an AI assistant for implementation and testing.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109960" cy="233172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Sprints &amp; artifacts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4407408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3159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Sprints: 7 monthly iterations aligned with the roadmap (see Gantt chart).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4919472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828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a written specification document + a detailed implementation plan for every feature, before any code is written.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" y="5431536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431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3400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follows the same disciplined loop: specify → plan → build → verify, ensuring full traceability of technical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Architecture — Component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12080" y="1536192"/>
            <a:ext cx="1737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7800" y="15361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80760" y="1865376"/>
            <a:ext cx="0" cy="310896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532120" y="1920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0" y="2176272"/>
            <a:ext cx="9692640" cy="4041648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51560" y="22311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 — asset_management_network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166360" y="2487168"/>
            <a:ext cx="1828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4871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(Next.js)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80760" y="2907792"/>
            <a:ext cx="0" cy="292608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66360" y="3200400"/>
            <a:ext cx="1828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2004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(FastAPI)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143000" y="40965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0965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Microservice (Flask)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29000" y="40965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Service (FastAPI)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15000" y="40965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40965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:5672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43000" y="50109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50109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:5432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29000" y="50109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50109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(S3)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:9000 / :9001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715000" y="50109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50109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+ beat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 flipH="1">
            <a:off x="2121408" y="3621024"/>
            <a:ext cx="3730752" cy="475488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4407408" y="3621024"/>
            <a:ext cx="1673352" cy="475488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09360" y="3621024"/>
            <a:ext cx="384048" cy="475488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2651760" y="4517136"/>
            <a:ext cx="1755648" cy="493776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103120" y="4663440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693408" y="4517136"/>
            <a:ext cx="0" cy="493776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229600" y="4096512"/>
            <a:ext cx="2286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8275320" y="40965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· SMTP (Gmail)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40880" y="4297680"/>
            <a:ext cx="1188720" cy="45720"/>
          </a:xfrm>
          <a:prstGeom prst="line">
            <a:avLst/>
          </a:prstGeom>
          <a:noFill/>
          <a:ln w="9525">
            <a:solidFill>
              <a:srgbClr val="8C97A5"/>
            </a:solidFill>
            <a:prstDash val="dash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492240" y="42199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is an independent container on one Docker network. The backend also reads and writes PostgreSQL and MinIO directly, not shown to keep the diagram readable.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Architecture — Request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1965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requests the machine's status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73736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/machines/{id}/unified-health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72284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04872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32257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reads the latest real sensor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2322576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rows filtered out; none found → returns telemetry_available: false and stops here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57500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900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90779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calls the ML microservice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2907792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P1–P7 in parallel on the sensor snapshot; models stay cached in memory after first load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42716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7530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49300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 models process the history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493008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concurrently with P1–P7, reading the machine's telemetry trend, not just this instant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027932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07822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DST fusion combines every signal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4078224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unified health score and verdict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613148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74573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3000" y="466344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prediction is logged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466344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ml_prediction_logs for audit and future retraining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198364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33095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43000" y="524865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renders the result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0" y="5248656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Intelligence panel updates with the new score and explanation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5870448"/>
            <a:ext cx="11109960" cy="502920"/>
          </a:xfrm>
          <a:prstGeom prst="roundRect">
            <a:avLst>
              <a:gd name="adj" fmla="val 16364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870448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—  </a:t>
            </a:r>
            <a:pPr indent="0" marL="0">
              <a:buNone/>
            </a:pPr>
            <a:r>
              <a:rPr lang="en-US" sz="10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telemetry on record never means a fabricated prediction; the platform falls back to a maintenance-history-only score instead.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 — Deployment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12080" y="1536192"/>
            <a:ext cx="1737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7800" y="15361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80760" y="1865376"/>
            <a:ext cx="0" cy="274320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577840" y="19019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732520" y="1536192"/>
            <a:ext cx="2377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77824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 images)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 flipH="1">
            <a:off x="6309360" y="1901952"/>
            <a:ext cx="2468880" cy="237744"/>
          </a:xfrm>
          <a:prstGeom prst="line">
            <a:avLst/>
          </a:prstGeom>
          <a:noFill/>
          <a:ln w="9525">
            <a:solidFill>
              <a:srgbClr val="8C97A5"/>
            </a:solidFill>
            <a:prstDash val="dash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806440" y="1920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pull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914400" y="2139696"/>
            <a:ext cx="9692640" cy="411480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051560" y="21945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host — docker compose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188720" y="2450592"/>
            <a:ext cx="4480560" cy="169164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280160" y="250545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stack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80160" y="274320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:3000 · Backend :8000 · ML :8001 · RAG :8003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:5432 · RabbitMQ :5672 · MinIO :9000/:9001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+ beat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43600" y="2450592"/>
            <a:ext cx="4480560" cy="169164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035040" y="250545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stack (SAST)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35040" y="274320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CE server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database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on demand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188720" y="4370832"/>
            <a:ext cx="4480560" cy="169164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280160" y="442569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80160" y="46634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Pushgateway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943600" y="4370832"/>
            <a:ext cx="4480560" cy="169164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35040" y="442569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stack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35040" y="46634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(ML research)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trains/evaluates models offline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part of the running app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 flipH="1">
            <a:off x="3429000" y="1865376"/>
            <a:ext cx="2651760" cy="585216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stacks, one Docker host — each starts, stops, and rebuilds independently, without touching the running application.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 — Security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2112264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Gitleaks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every commit and Git history for hard-coded credentials, keys, tokens.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98064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98064" y="1737360"/>
            <a:ext cx="2112264" cy="54864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12" name="Text 10"/>
          <p:cNvSpPr/>
          <p:nvPr/>
        </p:nvSpPr>
        <p:spPr>
          <a:xfrm>
            <a:off x="2935224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SCA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35224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pip-audit / pnpm audit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35224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every dependency against known CVEs and license risk.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47488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47488" y="1737360"/>
            <a:ext cx="2112264" cy="54864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17" name="Text 15"/>
          <p:cNvSpPr/>
          <p:nvPr/>
        </p:nvSpPr>
        <p:spPr>
          <a:xfrm>
            <a:off x="5184648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SonarQube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84648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(SAST)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84648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injection flaws, weak crypto, broad exception handling, data exposure.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96912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96912" y="1737360"/>
            <a:ext cx="2112264" cy="54864"/>
          </a:xfrm>
          <a:prstGeom prst="rect">
            <a:avLst/>
          </a:prstGeom>
          <a:solidFill>
            <a:srgbClr val="712B13"/>
          </a:solidFill>
          <a:ln/>
        </p:spPr>
      </p:sp>
      <p:sp>
        <p:nvSpPr>
          <p:cNvPr id="22" name="Text 20"/>
          <p:cNvSpPr/>
          <p:nvPr/>
        </p:nvSpPr>
        <p:spPr>
          <a:xfrm>
            <a:off x="7434072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Trivy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34072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IaC scan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34072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all 5 Docker images and Compose files for CVEs and misconfiguration.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546336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546336" y="1737360"/>
            <a:ext cx="2112264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7" name="Text 25"/>
          <p:cNvSpPr/>
          <p:nvPr/>
        </p:nvSpPr>
        <p:spPr>
          <a:xfrm>
            <a:off x="9683496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OWASP ZAP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83496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testing (DAST)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83496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 as all 4 roles and probes running services for the OWASP Top 10.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703320"/>
            <a:ext cx="11109960" cy="1417320"/>
          </a:xfrm>
          <a:prstGeom prst="roundRect">
            <a:avLst>
              <a:gd name="adj" fmla="val 5806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gate — fully green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6868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violations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0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347472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 reviewed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0760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2.6%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08076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(was 10.3%)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86800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74.8%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868680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(≥ 70% target)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53035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stages run non-blocking (allow_failure: true) on every push — full visibility into findings without ever blocking delivery.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 — Production on AKS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5" name="Image 0" descr="C:/Users/Admin/Downloads/EAM/EAMSagemCom/rapport/figures/aks_deploy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667512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737360"/>
            <a:ext cx="4160520" cy="4480560"/>
          </a:xfrm>
          <a:prstGeom prst="roundRect">
            <a:avLst>
              <a:gd name="adj" fmla="val 1978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0" y="1965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Azure, provisioned via Terraform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0" y="25603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8388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cluster in Poland Central — 1 system node + autoscaling user nodes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0" y="321868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83880" y="31272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Database for PostgreSQL Flexible Server, pgvector enabled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72400" y="387705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83880" y="37856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holds the database admin secret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0" y="453542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0" y="4535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83880" y="44439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hosted on HCP Terraform for a live dashboard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52360" y="5257800"/>
            <a:ext cx="4160520" cy="914400"/>
          </a:xfrm>
          <a:prstGeom prst="roundRect">
            <a:avLst>
              <a:gd name="adj" fmla="val 9000"/>
            </a:avLst>
          </a:prstGeom>
          <a:solidFill>
            <a:srgbClr val="13315C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26680" y="52578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live: eam-staging namespace, 8/8 pods verified internally. Public load balancer blocked by a subscription-level quota — one open item.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telemetry:  air temperature · process temperature · rotational speed · torque · tool wear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89904" y="197510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828800" y="196596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numbers into useful clues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2139696"/>
            <a:ext cx="6720840" cy="347472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139696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 — works out how much heat is building up and how hard the machine is working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9904" y="252374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828800" y="251460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seven different questions asked at once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chance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44268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17" name="Text 15"/>
          <p:cNvSpPr/>
          <p:nvPr/>
        </p:nvSpPr>
        <p:spPr>
          <a:xfrm>
            <a:off x="2144268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44268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type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39896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0" name="Text 18"/>
          <p:cNvSpPr/>
          <p:nvPr/>
        </p:nvSpPr>
        <p:spPr>
          <a:xfrm>
            <a:off x="3739896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39896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left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35524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3" name="Text 21"/>
          <p:cNvSpPr/>
          <p:nvPr/>
        </p:nvSpPr>
        <p:spPr>
          <a:xfrm>
            <a:off x="5335524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35524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behavior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31152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6" name="Text 24"/>
          <p:cNvSpPr/>
          <p:nvPr/>
        </p:nvSpPr>
        <p:spPr>
          <a:xfrm>
            <a:off x="6931152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31152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526780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9" name="Text 27"/>
          <p:cNvSpPr/>
          <p:nvPr/>
        </p:nvSpPr>
        <p:spPr>
          <a:xfrm>
            <a:off x="8526780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26780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122408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32" name="Text 30"/>
          <p:cNvSpPr/>
          <p:nvPr/>
        </p:nvSpPr>
        <p:spPr>
          <a:xfrm>
            <a:off x="10122408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122408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needed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89904" y="3319272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828800" y="3310128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set of checks runs at the same time, using the machine's history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estimates realistic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918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0" name="Text 38"/>
          <p:cNvSpPr/>
          <p:nvPr/>
        </p:nvSpPr>
        <p:spPr>
          <a:xfrm>
            <a:off x="32918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Cox PH survival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918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it can run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350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3" name="Text 41"/>
          <p:cNvSpPr/>
          <p:nvPr/>
        </p:nvSpPr>
        <p:spPr>
          <a:xfrm>
            <a:off x="60350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Mahalanobis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0350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from its own normal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7782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6" name="Text 44"/>
          <p:cNvSpPr/>
          <p:nvPr/>
        </p:nvSpPr>
        <p:spPr>
          <a:xfrm>
            <a:off x="87782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CUSUM + Kalman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782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decline over time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089904" y="407822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1828800" y="406908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opinions get combined into one answer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" y="4279392"/>
            <a:ext cx="11109960" cy="45720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279392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Dempster-Shafer evidence fusion —  </a:t>
            </a:r>
            <a:pPr algn="ctr" indent="0" marL="0"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every signal together, and says 'not sure' if they disagree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089904" y="4846320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1828800" y="4837176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shows a score when it's confident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5047488"/>
            <a:ext cx="5623560" cy="502920"/>
          </a:xfrm>
          <a:prstGeom prst="roundRect">
            <a:avLst>
              <a:gd name="adj" fmla="val 16364"/>
            </a:avLst>
          </a:prstGeom>
          <a:solidFill>
            <a:srgbClr val="E9F3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0" y="5047488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health score (0–100) + verdict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 Definitions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98648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18888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93608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details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Failure prob.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98648" y="205740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18888" y="205740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fail soon?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93608" y="205740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5 features · SMOTE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418588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41858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Failure type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98648" y="241858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18888" y="241858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failure?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93608" y="241858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XGBoost · 5 modes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2779776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Remaining life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98648" y="2779776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 + quantile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18888" y="2779776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left before service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93608" y="2779776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MAE 14.95 · C-idx 0.62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140964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140964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Anomaly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98648" y="3140964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ensemble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18888" y="3140964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strange right now?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93608" y="314096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30% + Z 20% + cluster 10% + AE 40%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8368" y="3502152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 Priority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98648" y="3502152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18888" y="3502152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urgent is the repair?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93608" y="3502152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4 priority classes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3863340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86334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 Schedule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98648" y="386334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18888" y="386334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 to do maintenance?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93608" y="386334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replaced earlier Prophet design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58368" y="422452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 Parts demand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98648" y="422452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+ forecast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18888" y="422452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parts, and when?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93608" y="422452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 + Croston's method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" y="4585716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4585716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98648" y="4585716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net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18888" y="4585716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estimates realistic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93608" y="4585716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reads history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58368" y="4946904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Cox PH survival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98648" y="4946904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regression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18888" y="4946904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can it keep running?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293608" y="494690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C-index 0.712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8640" y="5308092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5308092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Mahalanobis index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898648" y="5308092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18888" y="5308092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from its own normal?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293608" y="5308092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ignores wear resets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58368" y="566928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CUSUM + Kalman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898648" y="566928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Change-point detector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818888" y="566928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getting worse over time?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293608" y="566928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smoothed drift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48640" y="6030468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" y="603046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DST fusion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898648" y="603046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Evidence-combination rule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818888" y="603046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every signal into one verdict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293608" y="603046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Dempster's rule, or Yager's on conflict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Models —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72968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used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33288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Alternatives considered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93608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Failure probability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72968" y="205740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33288" y="205740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(initial), logistic regression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93608" y="2057400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on non-linear, imbalanced sensor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546604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46604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Failure type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72968" y="254660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XGBoost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733288" y="254660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Random Forest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93608" y="2546604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F1 on rare failure modes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3035808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Remaining life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72968" y="303580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quantile heads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33288" y="303580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linear regression (legacy)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93608" y="3035808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calibrated uncertainty range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525012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525012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RUL, censoring-aware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172968" y="352501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Weibull AFT / Cox PH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33288" y="352501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Naive, censoring-blind regression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93608" y="3525012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C-index 0.714/0.712 vs 0.644 naive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" y="4014216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Anomaly detection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72968" y="4014216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4-method ensemble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33288" y="4014216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alone, autoencoder alone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93608" y="4014216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anomaly shapes a single method misses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503420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503420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 Work order priority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172968" y="450342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multi-class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33288" y="450342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heuristic, Random Forest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93608" y="4503420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instead of fixed thresholds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" y="4992624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 Maintenance schedule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172968" y="499262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733288" y="499262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Prophet, ARIMA, LSTM forecast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93608" y="4992624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on sparse per-machine data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5481828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5481828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 Parts demand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172968" y="548182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+ Croston's method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733288" y="548182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point, moving average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293608" y="5481828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bursty, intermittent demand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8368" y="5971032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 fusion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172968" y="597103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Dempster-Shafer fusion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733288" y="597103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average, majority vote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93608" y="5971032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uncertainty instead of forcing consensus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5" name="Image 0" descr="C:/Users/Admin/Downloads/EAM/EAMSagemCom/rapport/figures/class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691640"/>
            <a:ext cx="1033272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Chart — Internship Schedule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5" name="Image 0" descr="C:/Users/Admin/Downloads/EAM/EAMSagemCom/rapport/figures/plan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247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TypeScript · React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515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SQLAlchemy · PostgreSQL · Alembic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8563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8563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XGBoost · scikit-learn · TensorFlow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2994A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&amp; AI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· BAAI/bge-m3 · Groq LLM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4515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4515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MinIO · RabbitMQ · Celery · Terraform · AKS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8563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8563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 · Gitleaks · SonarQube · Trivy · OWASP ZAP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Delivered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6" name="Image 0" descr="C:/Users/Admin/Downloads/EAM/EAMSagemCom/rapport/figures/ss_dashboard_chefte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521208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Technician dashboard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9" name="Image 1" descr="C:/Users/Admin/Downloads/EAM/EAMSagemCom/rapport/figures/ss_ml_dash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828800"/>
            <a:ext cx="5212080" cy="1645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508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Per-machine ML intelligence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42062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12" name="Image 2" descr="C:/Users/Admin/Downloads/EAM/EAMSagemCom/rapport/figures/ss_cha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4297680"/>
            <a:ext cx="5212080" cy="1645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5971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RAG assistant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263640" y="42062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15" name="Image 3" descr="C:/Users/Admin/Downloads/EAM/EAMSagemCom/rapport/figures/ss_logi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55080" y="4297680"/>
            <a:ext cx="5212080" cy="1645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55080" y="5971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solid EAM foundation, an honest predictive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94767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platform delivered: operational management + 7 ML models + RAG assistant, tested and secured by a 5-stage DevSecOps pipeline.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72491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methodological discipline: every feature specified, planned, built, then verified — full traceability of technical decisions.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50215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rigor on model quality: label leakage was detected and reported, not hidden.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109960" cy="1508760"/>
          </a:xfrm>
          <a:prstGeom prst="roundRect">
            <a:avLst>
              <a:gd name="adj" fmla="val 5455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463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accumulating real ground-truth data to resolve the "leaked" labels (P1/P2/P5), and continuing the production migration to AKS.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attention — questions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2026-08-14T10:55:31Z</dcterms:created>
  <dcterms:modified xsi:type="dcterms:W3CDTF">2026-08-14T10:55:31Z</dcterms:modified>
</cp:coreProperties>
</file>